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88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7707"/>
            <a:ext cx="808329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75"/>
              </a:lnSpc>
              <a:buNone/>
            </a:pPr>
            <a:r>
              <a:rPr lang="en-US" sz="825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🧠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609600" y="1951732"/>
            <a:ext cx="7924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00"/>
              </a:lnSpc>
              <a:buNone/>
            </a:pPr>
            <a:r>
              <a:rPr lang="en-US" sz="6600" dirty="0">
                <a:solidFill>
                  <a:srgbClr val="F97316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Agentic Product Concepts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30352" y="4618732"/>
            <a:ext cx="808329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560" dirty="0">
                <a:solidFill>
                  <a:srgbClr val="A1A1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Sample deck for demo + upload content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23120"/>
            <a:ext cx="3848100" cy="2659261"/>
          </a:xfrm>
          <a:prstGeom prst="roundRect">
            <a:avLst>
              <a:gd name="adj" fmla="val 1809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623120"/>
            <a:ext cx="3848100" cy="2659261"/>
          </a:xfrm>
          <a:prstGeom prst="roundRect">
            <a:avLst>
              <a:gd name="adj" fmla="val 1594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86112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lgerian" panose="04020705040A02060702" pitchFamily="82" charset="0"/>
                <a:ea typeface="Archivo Black" pitchFamily="34" charset="-122"/>
                <a:cs typeface="Archivo Black" pitchFamily="34" charset="-120"/>
              </a:rPr>
              <a:t>Concept 1: Co-Thinker</a:t>
            </a:r>
            <a:endParaRPr lang="en-US" sz="3600" dirty="0">
              <a:latin typeface="Algerian" panose="04020705040A020607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2361" y="1805880"/>
            <a:ext cx="355223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00"/>
              </a:lnSpc>
              <a:buNone/>
            </a:pPr>
            <a:r>
              <a:rPr lang="en-US" sz="5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🎙️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792361" y="2682180"/>
            <a:ext cx="35522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2361" y="3063180"/>
            <a:ext cx="348257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Users brainstorm by speaking, screen-sharing, circling, pointing, and sketching. The agent follows visual and verbal context like a sharp teammate.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69061" y="1805880"/>
            <a:ext cx="355223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00"/>
              </a:lnSpc>
              <a:buNone/>
            </a:pPr>
            <a:r>
              <a:rPr lang="en-US" sz="5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🧩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4869061" y="2682180"/>
            <a:ext cx="35522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it feels new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69061" y="3063180"/>
            <a:ext cx="348257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merges voice, live screen grounding, diagram generation, and collaborative reasoning instead of acting like a chatbot in a side panel.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23170"/>
            <a:ext cx="2514600" cy="1859161"/>
          </a:xfrm>
          <a:prstGeom prst="roundRect">
            <a:avLst>
              <a:gd name="adj" fmla="val 1760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4700" y="2023170"/>
            <a:ext cx="2514600" cy="1859161"/>
          </a:xfrm>
          <a:prstGeom prst="roundRect">
            <a:avLst>
              <a:gd name="adj" fmla="val 2067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2023170"/>
            <a:ext cx="2514600" cy="1859161"/>
          </a:xfrm>
          <a:prstGeom prst="roundRect">
            <a:avLst>
              <a:gd name="adj" fmla="val 1453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26117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lgerian" panose="04020705040A02060702" pitchFamily="82" charset="0"/>
                <a:ea typeface="Archivo Black" pitchFamily="34" charset="-122"/>
                <a:cs typeface="Archivo Black" pitchFamily="34" charset="-120"/>
              </a:rPr>
              <a:t>Workflow preview</a:t>
            </a:r>
            <a:endParaRPr lang="en-US" sz="3600" dirty="0">
              <a:latin typeface="Algerian" panose="04020705040A02060702" pitchFamily="8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2361" y="2205930"/>
            <a:ext cx="21920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92361" y="2701230"/>
            <a:ext cx="2192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Observe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361" y="3044130"/>
            <a:ext cx="2149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Read screen, whiteboard, prototype, and gestures.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97461" y="2205930"/>
            <a:ext cx="21920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497461" y="2701230"/>
            <a:ext cx="2192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Think along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97461" y="3044130"/>
            <a:ext cx="2149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Ask clarifying questions and surface hidden tradeoffs.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02561" y="2205930"/>
            <a:ext cx="21920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202561" y="2701230"/>
            <a:ext cx="2192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back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02561" y="3044130"/>
            <a:ext cx="21490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 diagrams, structured notes, slides, and next steps.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66020"/>
            <a:ext cx="3848100" cy="1973461"/>
          </a:xfrm>
          <a:prstGeom prst="roundRect">
            <a:avLst>
              <a:gd name="adj" fmla="val 101937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966020"/>
            <a:ext cx="3848100" cy="1973461"/>
          </a:xfrm>
          <a:prstGeom prst="roundRect">
            <a:avLst>
              <a:gd name="adj" fmla="val 101937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20402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Concept 2: Launch Simulator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92361" y="2148780"/>
            <a:ext cx="35522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2361" y="2567880"/>
            <a:ext cx="3482578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brief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segment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Positioning + pricing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Rollout plan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69061" y="2148780"/>
            <a:ext cx="35522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69061" y="2567880"/>
            <a:ext cx="3482578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 reactions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Similar market launches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map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E4E4E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Recommended launch strategy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61195"/>
            <a:ext cx="2514600" cy="906661"/>
          </a:xfrm>
          <a:prstGeom prst="roundRect">
            <a:avLst>
              <a:gd name="adj" fmla="val 2218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4700" y="1461195"/>
            <a:ext cx="2514600" cy="906661"/>
          </a:xfrm>
          <a:prstGeom prst="roundRect">
            <a:avLst>
              <a:gd name="adj" fmla="val 2218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1461195"/>
            <a:ext cx="2514600" cy="906661"/>
          </a:xfrm>
          <a:prstGeom prst="roundRect">
            <a:avLst>
              <a:gd name="adj" fmla="val 2218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53655"/>
            <a:ext cx="7924800" cy="133350"/>
          </a:xfrm>
          <a:prstGeom prst="roundRect">
            <a:avLst>
              <a:gd name="adj" fmla="val 6850285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682305"/>
            <a:ext cx="7924800" cy="133350"/>
          </a:xfrm>
          <a:prstGeom prst="roundRect">
            <a:avLst>
              <a:gd name="adj" fmla="val 6850285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4310955"/>
            <a:ext cx="7924800" cy="133350"/>
          </a:xfrm>
          <a:prstGeom prst="roundRect">
            <a:avLst>
              <a:gd name="adj" fmla="val 6850285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99195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Sample scoring model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70870" y="1643955"/>
            <a:ext cx="21920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78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0870" y="2024955"/>
            <a:ext cx="2192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Adoption score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5970" y="1643955"/>
            <a:ext cx="21920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61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5970" y="2024955"/>
            <a:ext cx="2192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Trust score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81070" y="1643955"/>
            <a:ext cx="21920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84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81070" y="2024955"/>
            <a:ext cx="2192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A1A1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 clarity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2748855"/>
            <a:ext cx="1778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Power-user excitement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95667" y="2748855"/>
            <a:ext cx="345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88%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600" y="3377505"/>
            <a:ext cx="18612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New-user confusion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95667" y="3377505"/>
            <a:ext cx="345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42%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006155"/>
            <a:ext cx="17876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Admin/privacy concern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95667" y="4006155"/>
            <a:ext cx="345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67%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</Words>
  <Application>Microsoft Office PowerPoint</Application>
  <PresentationFormat>On-screen Show (16:9)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Algerian</vt:lpstr>
      <vt:lpstr>Archivo Black</vt:lpstr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Fazil, Mohamed</cp:lastModifiedBy>
  <cp:revision>2</cp:revision>
  <dcterms:created xsi:type="dcterms:W3CDTF">2026-06-20T12:53:34Z</dcterms:created>
  <dcterms:modified xsi:type="dcterms:W3CDTF">2026-06-20T13:02:39Z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47f6f79-9070-4ada-976f-86354d57e079_Enabled">
    <vt:lpwstr>true</vt:lpwstr>
  </property>
  <property fmtid="{D5CDD505-2E9C-101B-9397-08002B2CF9AE}" pid="3" name="MSIP_Label_147f6f79-9070-4ada-976f-86354d57e079_SetDate">
    <vt:lpwstr>2026-06-20T13:01:25Z</vt:lpwstr>
  </property>
  <property fmtid="{D5CDD505-2E9C-101B-9397-08002B2CF9AE}" pid="4" name="MSIP_Label_147f6f79-9070-4ada-976f-86354d57e079_Method">
    <vt:lpwstr>Privileged</vt:lpwstr>
  </property>
  <property fmtid="{D5CDD505-2E9C-101B-9397-08002B2CF9AE}" pid="5" name="MSIP_Label_147f6f79-9070-4ada-976f-86354d57e079_Name">
    <vt:lpwstr>Public</vt:lpwstr>
  </property>
  <property fmtid="{D5CDD505-2E9C-101B-9397-08002B2CF9AE}" pid="6" name="MSIP_Label_147f6f79-9070-4ada-976f-86354d57e079_SiteId">
    <vt:lpwstr>8d894c2b-238f-490b-8dd1-d93898c5bf83</vt:lpwstr>
  </property>
  <property fmtid="{D5CDD505-2E9C-101B-9397-08002B2CF9AE}" pid="7" name="MSIP_Label_147f6f79-9070-4ada-976f-86354d57e079_ActionId">
    <vt:lpwstr>b8652cbc-b97d-4e5d-b56f-d8338d85b11f</vt:lpwstr>
  </property>
  <property fmtid="{D5CDD505-2E9C-101B-9397-08002B2CF9AE}" pid="8" name="MSIP_Label_147f6f79-9070-4ada-976f-86354d57e079_ContentBits">
    <vt:lpwstr>0</vt:lpwstr>
  </property>
  <property fmtid="{D5CDD505-2E9C-101B-9397-08002B2CF9AE}" pid="9" name="MSIP_Label_147f6f79-9070-4ada-976f-86354d57e079_Tag">
    <vt:lpwstr>10, 0, 1, 1</vt:lpwstr>
  </property>
</Properties>
</file>